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74" r:id="rId2"/>
    <p:sldId id="257" r:id="rId3"/>
    <p:sldId id="258" r:id="rId4"/>
    <p:sldId id="259" r:id="rId5"/>
    <p:sldId id="260" r:id="rId6"/>
    <p:sldId id="261" r:id="rId7"/>
    <p:sldId id="283" r:id="rId8"/>
    <p:sldId id="265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80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0272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1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4988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74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0162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882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16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653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5526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8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00976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707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879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129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1996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7012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9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7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ACF47F6-D6E6-F779-72D2-7998454BA25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0292" y="110606"/>
            <a:ext cx="2736215" cy="56642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9AB4131-ADA3-2181-5CA3-BCAE880BE23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73996" y="186547"/>
            <a:ext cx="1071880" cy="52832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94ADEF-8042-2861-DAA0-54A4A5B0747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79514" y="158891"/>
            <a:ext cx="756285" cy="5238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ACA373-3DDA-7FFB-7FA9-E80D6DB680E8}"/>
              </a:ext>
            </a:extLst>
          </p:cNvPr>
          <p:cNvSpPr txBox="1"/>
          <p:nvPr/>
        </p:nvSpPr>
        <p:spPr>
          <a:xfrm>
            <a:off x="1997945" y="753445"/>
            <a:ext cx="7625027" cy="527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9870" marR="5080" algn="ctr">
              <a:spcBef>
                <a:spcPts val="1600"/>
              </a:spcBef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TECNOLÓGICO</a:t>
            </a:r>
            <a:r>
              <a:rPr lang="en-US" sz="1200" b="1" spc="-4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NACIONAL</a:t>
            </a:r>
            <a:r>
              <a:rPr lang="en-US" sz="1200" b="1" spc="-7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3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MÉXICO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10160" algn="ctr">
              <a:spcBef>
                <a:spcPts val="775"/>
              </a:spcBef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INSTITUTO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TECNOLÓGICO</a:t>
            </a:r>
            <a:r>
              <a:rPr lang="en-US" sz="1200" b="1" spc="-6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FRONTERA</a:t>
            </a:r>
            <a:r>
              <a:rPr lang="en-US" sz="1200" b="1" spc="-9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COMALAPA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8890"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</a:t>
            </a:r>
            <a:r>
              <a:rPr lang="en-US" sz="1200" b="1" spc="-1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</a:t>
            </a:r>
            <a:r>
              <a:rPr lang="en-US" sz="1200" b="1" spc="-7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MATERIA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4445" algn="ctr">
              <a:spcBef>
                <a:spcPts val="650"/>
              </a:spcBef>
              <a:spcAft>
                <a:spcPts val="1000"/>
              </a:spcAft>
            </a:pPr>
            <a:r>
              <a:rPr lang="es-ES" sz="12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Gestion</a:t>
            </a:r>
            <a:r>
              <a:rPr lang="es-E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proyectos de TI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endParaRPr lang="es-MX" sz="700" b="1" spc="-10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EDDI URIEL CASTILLO SÁNCHEZ</a:t>
            </a: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10160" algn="ctr">
              <a:spcBef>
                <a:spcPts val="780"/>
              </a:spcBef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INGENIERÍA</a:t>
            </a:r>
            <a:r>
              <a:rPr lang="en-US" sz="1200" spc="-3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200" spc="-3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SISTEMAS</a:t>
            </a:r>
            <a:r>
              <a:rPr lang="en-US" sz="1200" spc="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COMPUTACIONALES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SEMESTRE</a:t>
            </a:r>
            <a:endParaRPr lang="es-MX" sz="700" b="1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29870" marR="5715" algn="ctr">
              <a:spcBef>
                <a:spcPts val="780"/>
              </a:spcBef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SÉPTIMO</a:t>
            </a:r>
            <a:r>
              <a:rPr lang="en-US" sz="1200" spc="-4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SEMESTRE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DOCENTE</a:t>
            </a:r>
            <a:endParaRPr lang="es-MX" sz="700" b="1" spc="-10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s-ES" sz="1200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ING, Javier Francisco Mingo Velázquez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200" b="1" spc="-2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DEL</a:t>
            </a:r>
            <a:r>
              <a:rPr lang="en-US" sz="1200" b="1" spc="-5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TRABAJO</a:t>
            </a:r>
          </a:p>
          <a:p>
            <a:pPr algn="ctr"/>
            <a:r>
              <a:rPr lang="es-ES" sz="1400" b="0" i="0" dirty="0">
                <a:solidFill>
                  <a:srgbClr val="212529"/>
                </a:solidFill>
                <a:effectLst/>
                <a:latin typeface="-apple-system"/>
              </a:rPr>
              <a:t>Actividad </a:t>
            </a:r>
            <a:r>
              <a:rPr lang="es-ES" sz="1400" dirty="0">
                <a:solidFill>
                  <a:srgbClr val="212529"/>
                </a:solidFill>
                <a:latin typeface="-apple-system"/>
              </a:rPr>
              <a:t>2.</a:t>
            </a:r>
            <a:r>
              <a:rPr lang="es-ES" sz="1400" b="0" i="0" dirty="0">
                <a:solidFill>
                  <a:srgbClr val="212529"/>
                </a:solidFill>
                <a:effectLst/>
                <a:latin typeface="-apple-system"/>
              </a:rPr>
              <a:t>2 Reporte de practica</a:t>
            </a:r>
          </a:p>
          <a:p>
            <a:pPr algn="ctr">
              <a:spcAft>
                <a:spcPts val="10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LUGAR Y FECH</a:t>
            </a:r>
            <a:r>
              <a:rPr lang="en-US" sz="1200" b="1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</a:p>
          <a:p>
            <a:pPr algn="ctr">
              <a:spcAft>
                <a:spcPts val="10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FRONTERA COMALAPA, CHIAPAS A 18  AGOSTO DEL 2026</a:t>
            </a:r>
            <a:endParaRPr lang="es-MX" sz="7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22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Introducción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46404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6404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600"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ámbito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tecnológico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ordenar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tiempos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asignar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responsabilidades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controlar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avance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etapa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unidad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trabajaron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enfoques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PMBOK, Scrum y Kanban,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aplicados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propuestas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EstacionaTec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orientó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al control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vehicular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estacionamientos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hoteles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Rinconcito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VC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enfocó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marketplace de café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verificación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vendedores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LocalMarket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planteó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tienda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línea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local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envío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domicilio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Al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relacionar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imagen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apoyo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forma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clara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planifica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backlog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visualiza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flujo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tablero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Justificación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600"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práctica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justifica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pasar de 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teoría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representación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concreta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realiza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software. No basta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conocer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también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necesario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comprender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aplica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ayuda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Por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razón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empleó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PMBOK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estructurar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EstacionaTec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Gantt, Scrum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dividir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avance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Rinconcito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VC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Sprints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un backlog, y Kanban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representar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flujo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LocalMarket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columnas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imágenes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utilizadas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funcionan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evidencia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visual,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muestran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similares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ProjectLibre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Jira,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permitiendo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relacionar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explicación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forma real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seguimiento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control del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PMBOK aplicado en EstacionaTec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16002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400"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enfoque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PMBOK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aplicó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EstacionaTec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planificación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formal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secuencial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En la imagen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estilo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ProjectLibre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muestran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duración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término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Este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formato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inicia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módulo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QR,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continúa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panel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disponibilidad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después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integra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hardware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lectura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finaliza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pruebas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documentación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ventaja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usar PMBOK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es que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ayuda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controlar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alcance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tiempo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riesgos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especialmente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EstacionaTec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requiere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precisión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entradas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vehículos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así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claro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evitar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fallas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durante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integración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8638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1729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7398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3068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073DFC3-8420-2782-72E2-35073711A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3200"/>
            <a:ext cx="996696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Tablero Kanban del proyecto LocalMarket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16002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400"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LocalMarket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tablero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Kanban similar al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entorno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Jira. En la imagen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observan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columnas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representan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estado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Por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Hacer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En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Proceso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En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Revisión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Terminado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tarjeta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concreta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marketplace,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diseñar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chat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interno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categorías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publicar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artículos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integrar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mapas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revisar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solicitud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envío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completar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Este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método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visualizar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rápidamente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aún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comienzan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cuáles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trabajando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cuáles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requieren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revisión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cuáles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fueron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finalizadas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Kanban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resulta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útil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LocalMarket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es un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avanzar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continua,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permitiendo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detectar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bloqueos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priorizar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control flexible sin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depender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fechas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rígidas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E8AE9850-89A0-6E59-1CFC-4201812F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880360"/>
            <a:ext cx="832104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Scrum </a:t>
            </a:r>
            <a:r>
              <a:rPr lang="en-US" sz="2600" b="1" dirty="0" err="1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aplicado</a:t>
            </a: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en</a:t>
            </a: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Rinconcito</a:t>
            </a:r>
            <a:r>
              <a:rPr lang="en-US" sz="2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VC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16002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400"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Scrum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aplicó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Rinconcito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VC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del marketplace de café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entregas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cortas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llamadas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Sprints. En la imagen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backlog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estilo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Jira,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agrupan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etapas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relacionan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historias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usuario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El primer Sprint 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enfoca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verificación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vendedores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catálogo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productos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café;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tercero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integración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pagos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línea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cuarto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calificaciones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Esta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avanzar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partes,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revisar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terminar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Sprint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realizar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mejoras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antes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continuar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con la siguiente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Rinconcito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VC, Scrum 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adecuado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producto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necesita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validación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retroalimentación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ajustes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progresivos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asegurar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experiencia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confiable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compra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venta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café.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761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895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101BF0D-35D1-2A4C-7F13-671EFCD26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80360"/>
            <a:ext cx="996696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62F402-D17B-5BB1-E5D7-93907E8B3BAD}"/>
              </a:ext>
            </a:extLst>
          </p:cNvPr>
          <p:cNvSpPr txBox="1"/>
          <p:nvPr/>
        </p:nvSpPr>
        <p:spPr>
          <a:xfrm>
            <a:off x="2432958" y="2523072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Anexo link con el formulario utilizado https://github.com/eddiCastS/Formulario-Gestion-de-proyectos-TI.git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8C7D95-A050-CE28-E4F6-72424D440B69}"/>
              </a:ext>
            </a:extLst>
          </p:cNvPr>
          <p:cNvSpPr txBox="1"/>
          <p:nvPr/>
        </p:nvSpPr>
        <p:spPr>
          <a:xfrm>
            <a:off x="1369268" y="52912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 git hub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8593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4EFF8DC-8C3C-CBCD-358C-B83E8B3C6B7E}"/>
              </a:ext>
            </a:extLst>
          </p:cNvPr>
          <p:cNvSpPr txBox="1"/>
          <p:nvPr/>
        </p:nvSpPr>
        <p:spPr>
          <a:xfrm>
            <a:off x="3048778" y="1553952"/>
            <a:ext cx="6097554" cy="3759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0"/>
              </a:spcAft>
              <a:buNone/>
              <a:defRPr sz="1600">
                <a:latin typeface="Aptos"/>
              </a:defRPr>
            </a:pPr>
            <a:r>
              <a:rPr lang="es-ES" dirty="0"/>
              <a:t>Al finalizar la práctica se comprobó que PMBOK, Scrum y Kanban pueden aplicarse a proyectos tecnológicos, pero cada uno responde mejor a necesidades diferentes. PMBOK fue útil para </a:t>
            </a:r>
            <a:r>
              <a:rPr lang="es-ES" dirty="0" err="1"/>
              <a:t>EstacionaTec</a:t>
            </a:r>
            <a:r>
              <a:rPr lang="es-ES" dirty="0"/>
              <a:t> porque permitió representar el proyecto con fechas, duraciones y dependencias mediante un cronograma tipo Gantt. Scrum se adaptó a Rinconcito VC porque facilitó dividir el desarrollo en </a:t>
            </a:r>
            <a:r>
              <a:rPr lang="es-ES" dirty="0" err="1"/>
              <a:t>Sprints</a:t>
            </a:r>
            <a:r>
              <a:rPr lang="es-ES" dirty="0"/>
              <a:t>, priorizando funciones como vendedores, catálogo, pagos y calificaciones. Kanban funcionó en </a:t>
            </a:r>
            <a:r>
              <a:rPr lang="es-ES" dirty="0" err="1"/>
              <a:t>LocalMarket</a:t>
            </a:r>
            <a:r>
              <a:rPr lang="es-ES" dirty="0"/>
              <a:t> porque permitió visualizar el flujo de tareas y controlar el avance por columnas de estado. En conjunto, las tres metodologías muestran que la gestión de proyectos no solo consiste en hacer actividades, sino en planificarlas, darles seguimiento y elegir la forma de trabajo más adecuada según el objetivo del sistema.</a:t>
            </a:r>
            <a:endParaRPr lang="es-ES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186EB0-F47B-3BFD-B417-EB9A3F651FFF}"/>
              </a:ext>
            </a:extLst>
          </p:cNvPr>
          <p:cNvSpPr txBox="1"/>
          <p:nvPr/>
        </p:nvSpPr>
        <p:spPr>
          <a:xfrm>
            <a:off x="4103137" y="347179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 err="1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Conclusión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322839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</TotalTime>
  <Words>940</Words>
  <Application>Microsoft Office PowerPoint</Application>
  <PresentationFormat>Panorámica</PresentationFormat>
  <Paragraphs>40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eddi castillo</cp:lastModifiedBy>
  <cp:revision>3</cp:revision>
  <dcterms:created xsi:type="dcterms:W3CDTF">2026-09-15T01:35:02Z</dcterms:created>
  <dcterms:modified xsi:type="dcterms:W3CDTF">2026-09-15T05:37:31Z</dcterms:modified>
</cp:coreProperties>
</file>